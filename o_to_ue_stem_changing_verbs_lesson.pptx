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6596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O → UE Stem-Changing Verbs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Present tense • Boot verbs • Quick speaking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Goal: use o→ue verbs in real sentences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Targets +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I can explain what a stem-change is (o→ue).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I can conjugate an o→ue verb in the present tense.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I can use an o→ue verb in a sentence about real life.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Success looks like: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I change o→ue in the ‘boot’ (yo/tú/él/ella/ud./ellos/uds.).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I do NOT change nosotros or vosotros.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My verb matches the subject.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Agenda (50 minutes)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Do Now + check: 5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Mini-lesson: what changes + where it changes: 10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Guided practice (Kagan): 6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Quiz-Quiz-Trade (Kagan): 8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Stand Up–Hand Up–Pair Up speaking (Kagan): 6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Common errors: 2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Exit ticket: 4 min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Wrap-up: 1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Do Now (Silent) → Then Pair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RallyCoach (mini)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Write the present tense endings for -AR, -ER, -IR.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Then conjugate: HABLAR (yo, tú, nosotros).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Then: COMER (yo, él, ellos).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Then: VIVIR (tú, nosotros, vosotros).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Pair check (quiet voices):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Partner A reads answers; Partner B checks + coaches.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Fix 1 thing with a different color.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What is a stem-change?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Some verbs change the vowel in the stem (the ‘middle’).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Today’s change: o → ue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It happens in the present tense for most subjects.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Quick breakdown: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Infinitive: dORMir (to sleep)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Stem: dORM-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Ending: -ir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Rule (Boot Verb!)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Change o → ue in: yo, tú, él/ella/ud., ellos/ellas/uds.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NO change in: nosotros, vosotros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This makes a ‘boot’ shape on the chart.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Say it with me: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Boot = YES change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Nosotros/Vosotros = NO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Model Verb: DORMIR (to sleep)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3 min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78638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Conjugation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Where is o→ue?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duermo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tú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duermes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él/ella/ud.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duerme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nosotros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dormimos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vosotros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dormís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ellos/ellas/uds.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duermen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2D2D2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Try It: Spot the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4069080" cy="52120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2D2D"/>
                </a:solidFill>
              </a:defRPr>
            </a:pPr>
            <a:r>
              <a:t>These should change (boot)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yo ____ (poder) → yo puedo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tú ____ (volver) → tú vuelves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ellos ____ (contar) → ellos cuentan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26280" y="1280160"/>
            <a:ext cx="4069080" cy="521208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D2D2D"/>
                </a:solidFill>
              </a:defRPr>
            </a:pPr>
            <a:r>
              <a:t>These should NOT change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nosotros ____ (poder) → nosotros podemos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vosotros ____ (volver) → vosotros volvéis</a:t>
            </a:r>
          </a:p>
          <a:p>
            <a:pPr>
              <a:spcAft>
                <a:spcPts val="600"/>
              </a:spcAft>
              <a:defRPr sz="2000">
                <a:solidFill>
                  <a:srgbClr val="2D2D2D"/>
                </a:solidFill>
              </a:defRPr>
            </a:pPr>
            <a:r>
              <a:t>nosotros ____ (dormir) → nosotros dormimos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Kagan: Think–Pair–Share (Quick 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Think–Pair–Share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THINK (30 sec): Why don’t nosotros/vosotros change?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PAIR (1 min): Compare answers. Make 1 sentence together.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SHARE (1 min): Be ready if called.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Sentence frame: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Nosotros ______ porque ______.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Guided Practice (Kagan: RallyRobin)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RallyRobin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Partner A says the conjugation. Partner B says a sentence.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Switch roles every card.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Use these verbs (o→ue):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poder (to be able to)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volver (to return)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contar (to count / to tell)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encontrar (to find)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almorzar (to eat lunch)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Sentence frames: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Yo ______ en la escuela.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Mis amigos ______ los días.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Nosotros ______ la tarea.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Kagan: Quiz–Quiz–Trade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Quiz–Quiz–Trade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Stand up with a card.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Find a partner. Greet.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Quiz: Partner A asks; Partner B answers.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Coach: If wrong, help fix it (kind + specific).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Switch roles.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Trade cards. Thank your partner. Find a new partner.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Card prompts (examples):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Conjugate: poder (tú)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Conjugate: volver (nosotros)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Make a sentence with: encontrar (yo)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Kagan: Stand Up–Hand Up–Pair Up (Speaking)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Stand Up–Hand Up–Pair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Stand up. Hand up. Pair up.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Partner A: Ask the question. Partner B: Answer in a full sentence.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Switch. Then find a new partner.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Questions: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¿A qué hora duermes?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¿Puedes ayudar en casa?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¿Almuerzas en la escuela o en casa?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¿Encuentras tu teléfono fácilmente?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Answer frames: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Yo ______ a las _____.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Sí, yo puedo ______ / No, no puedo ______.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Common Errors (Fix It Fast)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❌ nosotros *pue* d emos → ✅ nosotros podemos (NO change)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❌ yo dormo → ✅ yo duermo (o→ue)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❌ vosotros vuelves → ✅ vosotros volvéis (match subject)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Self-check: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Did I keep the right ending? (-o, -as, -a, -amos, -áis/-éis, -an)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Did I change ONLY the stem vowel (o→ue)?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ECDC4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Exit Ticket (Independent)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1) Conjugate: poder (él) → ______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2) Conjugate: dormir (nosotros) → ______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3) Conjugate: volver (ellos) → ______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4) Write 1 full sentence with an o→ue verb (boot form).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5) Circle: Does nosotros change? YES / NO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Challenge:</a:t>
            </a:r>
          </a:p>
          <a:p>
            <a:pPr lvl="1"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Write a 2-sentence mini-dialog using: puedo + duermes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6B35"/>
          </a:solidFill>
        </p:spPr>
        <p:txBody>
          <a:bodyPr wrap="none" lIns="320040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720" y="228600"/>
            <a:ext cx="3200400" cy="411480"/>
          </a:xfrm>
          <a:prstGeom prst="rect">
            <a:avLst/>
          </a:prstGeom>
          <a:solidFill>
            <a:srgbClr val="FF6B35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Time: 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3200400" cy="411480"/>
          </a:xfrm>
          <a:prstGeom prst="rect">
            <a:avLst/>
          </a:prstGeom>
          <a:solidFill>
            <a:srgbClr val="4ECDC4"/>
          </a:solidFill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Kagan: Timed Pair Share (30/30)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Turn and tell: ‘The rule is…’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Homework/extension: pick 3 o→ue verbs and write 6 sentences (2 boot, 1 nosotros for each).</a:t>
            </a:r>
          </a:p>
          <a:p>
            <a:pPr>
              <a:spcAft>
                <a:spcPts val="1000"/>
              </a:spcAft>
              <a:defRPr sz="2600">
                <a:solidFill>
                  <a:srgbClr val="2D2D2D"/>
                </a:solidFill>
              </a:defRPr>
            </a:pPr>
            <a:r>
              <a:t>Tomorrow: e→ie stem-changers!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